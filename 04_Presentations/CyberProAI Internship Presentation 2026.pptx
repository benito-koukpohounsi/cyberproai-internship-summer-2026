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73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235" y="1418779"/>
            <a:ext cx="2993528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4124771"/>
            <a:ext cx="8572500" cy="1152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7" y="2064859"/>
            <a:ext cx="10491206" cy="634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800" b="1" i="0" u="none" dirty="0">
                <a:solidFill>
                  <a:srgbClr val="FFFFFF"/>
                </a:solidFill>
                <a:latin typeface="Plus Jakarta Sans"/>
              </a:rPr>
              <a:t>CyberProAI Summer Internship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24621"/>
            <a:ext cx="7620000" cy="642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2400" b="0" i="0" u="none" dirty="0">
                <a:solidFill>
                  <a:srgbClr val="94A3B8"/>
                </a:solidFill>
                <a:latin typeface="Plus Jakarta Sans Medium"/>
              </a:rPr>
              <a:t>Ethical hacking, threat evaluation, and operational validation methodologies for AI-integrated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4372421"/>
            <a:ext cx="2698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000" b="0" i="0" u="none">
                <a:solidFill>
                  <a:srgbClr val="64748B"/>
                </a:solidFill>
                <a:latin typeface="Plus Jakarta Sans"/>
              </a:defRPr>
            </a:lvl1pPr>
          </a:lstStyle>
          <a:p>
            <a:r>
              <a:rPr dirty="0"/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0" y="4534346"/>
            <a:ext cx="2698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200" b="1" i="0" u="none">
                <a:solidFill>
                  <a:srgbClr val="E2E8F0"/>
                </a:solidFill>
                <a:latin typeface="Plus Jakarta Sans SemiBold"/>
              </a:defRPr>
            </a:lvl1pPr>
          </a:lstStyle>
          <a:p>
            <a:r>
              <a:rPr dirty="0"/>
              <a:t>Benito Koukpohounsi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6575" y="4372421"/>
            <a:ext cx="2698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000" b="0" i="0" u="none">
                <a:solidFill>
                  <a:srgbClr val="64748B"/>
                </a:solidFill>
                <a:latin typeface="Plus Jakarta Sans"/>
              </a:defRPr>
            </a:lvl1pPr>
          </a:lstStyle>
          <a:p>
            <a:r>
              <a:rPr dirty="0"/>
              <a:t>INTERNSHIP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6575" y="4534346"/>
            <a:ext cx="2698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200" b="1" i="0" u="none">
                <a:solidFill>
                  <a:srgbClr val="E2E8F0"/>
                </a:solidFill>
                <a:latin typeface="Plus Jakarta Sans SemiBold"/>
              </a:defRPr>
            </a:lvl1pPr>
          </a:lstStyle>
          <a:p>
            <a:r>
              <a:rPr dirty="0"/>
              <a:t>CyberProAI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3400" y="4372421"/>
            <a:ext cx="2698849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000" b="0" i="0" u="none">
                <a:solidFill>
                  <a:srgbClr val="64748B"/>
                </a:solidFill>
                <a:latin typeface="Plus Jakarta Sans"/>
              </a:defRPr>
            </a:lvl1pPr>
          </a:lstStyle>
          <a:p>
            <a:r>
              <a:rPr dirty="0"/>
              <a:t>INSTRUCTOR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3400" y="4534346"/>
            <a:ext cx="269884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200" b="1" i="0" u="none">
                <a:solidFill>
                  <a:srgbClr val="E2E8F0"/>
                </a:solidFill>
                <a:latin typeface="Plus Jakarta Sans SemiBold"/>
              </a:defRPr>
            </a:lvl1pPr>
          </a:lstStyle>
          <a:p>
            <a:r>
              <a:rPr dirty="0"/>
              <a:t>Prof. Rami </a:t>
            </a:r>
            <a:r>
              <a:rPr dirty="0" err="1"/>
              <a:t>Salahieh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809750" y="4943921"/>
            <a:ext cx="26987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u="none" dirty="0">
                <a:solidFill>
                  <a:srgbClr val="64748B"/>
                </a:solidFill>
                <a:latin typeface="Plus Jakarta Sans"/>
              </a:rPr>
              <a:t>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9750" y="5105846"/>
            <a:ext cx="26987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E2E8F0"/>
                </a:solidFill>
                <a:latin typeface="Plus Jakarta Sans SemiBold"/>
              </a:rPr>
              <a:t>Cybersecurity Internship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6575" y="4943921"/>
            <a:ext cx="2698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000" b="0" i="0" u="none">
                <a:solidFill>
                  <a:srgbClr val="64748B"/>
                </a:solidFill>
                <a:latin typeface="Plus Jakarta Sans"/>
              </a:defRPr>
            </a:lvl1pPr>
          </a:lstStyle>
          <a:p>
            <a:r>
              <a:rPr dirty="0"/>
              <a:t>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6575" y="5105846"/>
            <a:ext cx="2698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200" b="1" i="0" u="none">
                <a:solidFill>
                  <a:srgbClr val="E2E8F0"/>
                </a:solidFill>
                <a:latin typeface="Plus Jakarta Sans SemiBold"/>
              </a:defRPr>
            </a:lvl1pPr>
          </a:lstStyle>
          <a:p>
            <a:r>
              <a:rPr dirty="0"/>
              <a:t>Ivy Tech Community College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3400" y="4943921"/>
            <a:ext cx="2698849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000" b="0" i="0" u="none">
                <a:solidFill>
                  <a:srgbClr val="64748B"/>
                </a:solidFill>
                <a:latin typeface="Plus Jakarta Sans"/>
              </a:defRPr>
            </a:lvl1pPr>
          </a:lstStyle>
          <a:p>
            <a:r>
              <a:rPr dirty="0"/>
              <a:t>SEMESTER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3400" y="5105846"/>
            <a:ext cx="269884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200" b="1" i="0" u="none">
                <a:solidFill>
                  <a:srgbClr val="E2E8F0"/>
                </a:solidFill>
                <a:latin typeface="Plus Jakarta Sans SemiBold"/>
              </a:defRPr>
            </a:lvl1pPr>
          </a:lstStyle>
          <a:p>
            <a:r>
              <a:rPr dirty="0"/>
              <a:t>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387798"/>
            <a:ext cx="5276850" cy="2724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387798"/>
            <a:ext cx="5276850" cy="2724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683073"/>
            <a:ext cx="4580572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 dirty="0">
                <a:solidFill>
                  <a:srgbClr val="06B6D4"/>
                </a:solidFill>
                <a:latin typeface="Plus Jakarta Sans"/>
              </a:rPr>
              <a:t>Company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550" y="3035498"/>
            <a:ext cx="46863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1550" y="3187898"/>
            <a:ext cx="46863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CyberProAI is a leading-edge cybersecurity firm providing enterprise defense architecture and advanced AI automation integrations.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033539"/>
            <a:ext cx="46863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Intern Role: Engaged in ethical hacking, hands-on penetration testing, systematic vulnerability scoring, and operational infrastructure documentation.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9425" y="2683073"/>
            <a:ext cx="4610576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06B6D4"/>
                </a:solidFill>
                <a:latin typeface="Plus Jakarta Sans"/>
              </a:rPr>
              <a:t>Project Purpose &amp; 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4150" y="3035498"/>
            <a:ext cx="46863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711648"/>
            <a:ext cx="2286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711648"/>
            <a:ext cx="200025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43700" y="3187898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Classroom Integration: Bridged academic networking and cryptography theory with corporate security tasks.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700" y="3730823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Tool Competence: Learned command of industry standard reconnaissance and exploitation matrices.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700" y="4273748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Employability Assets: Structured a professional repository and structured security analysis logs.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3187898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3730823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4273748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85775"/>
            <a:ext cx="11201400" cy="356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ABOUT CYBERPROAI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275" y="485775"/>
            <a:ext cx="47625" cy="35614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116335"/>
            <a:ext cx="5276850" cy="3267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16335"/>
            <a:ext cx="5276850" cy="3267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411610"/>
            <a:ext cx="4580572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06B6D4"/>
                </a:solidFill>
                <a:latin typeface="Plus Jakarta Sans"/>
              </a:rPr>
              <a:t>Technical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550" y="2764035"/>
            <a:ext cx="46863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77050" y="2411610"/>
            <a:ext cx="456057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06B6D4"/>
                </a:solidFill>
                <a:latin typeface="Plus Jakarta Sans"/>
              </a:rPr>
              <a:t>Professional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4150" y="2764035"/>
            <a:ext cx="46863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440185"/>
            <a:ext cx="2286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2916435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Cympire Platform Labs: Conducted simulated cyber warfare exercises in real-world environments.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3459360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Target Exploitation: Performed network scanning, directory traversal, and host compromise scenarios.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4002285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BINA AI Operations: Handled AI-augmented incident triaging and log validation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4545210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Infrastructure Audits: Managed remote terminal protocols and localized system configurations.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440185"/>
            <a:ext cx="24765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43700" y="2916435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Stakeholder Synchs: Participated in weekly pipeline and methodology evaluation meetings.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3459360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Artifact Documentation: Created strict compliance and operations logs describing system steps.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4002285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GitHub Deployment: Documented lab achievements via a public professional engineering portfolio.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3700" y="4545210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Career Planning: Refined resume, cover documents, and underwent live mock interview cycles.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291643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" y="345936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400228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454521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291643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45936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200" y="400228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454521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485775"/>
            <a:ext cx="11201400" cy="356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INTERNSHIP ACTIVITIES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275" y="485775"/>
            <a:ext cx="47625" cy="35614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316360"/>
            <a:ext cx="3486150" cy="2867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316360"/>
            <a:ext cx="3486150" cy="2867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575" y="2316360"/>
            <a:ext cx="3486150" cy="2867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611635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316485"/>
            <a:ext cx="31603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FFFFF"/>
                </a:solidFill>
                <a:latin typeface="Plus Jakarta Sans"/>
              </a:rPr>
              <a:t>Exploitation Stacks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9385"/>
            <a:ext cx="30099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Standard systems utilized for targeted system enumeration, identification, and exploit execution.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050" y="2611635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1050" y="3316485"/>
            <a:ext cx="31603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FFFFF"/>
                </a:solidFill>
                <a:latin typeface="Plus Jakarta Sans"/>
              </a:rPr>
              <a:t>Environments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1050" y="3659385"/>
            <a:ext cx="30099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Virtual hypervisors and commercial cyber ranges representing secure operational networks.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700" y="2611635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67700" y="3316485"/>
            <a:ext cx="31603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FFFFF"/>
                </a:solidFill>
                <a:latin typeface="Plus Jakarta Sans"/>
              </a:rPr>
              <a:t>Methodologies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700" y="3659385"/>
            <a:ext cx="30099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Core system vectors studied, researched, and executed throughout target discovery and report generation.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716410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354710"/>
            <a:ext cx="8382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0" y="4354710"/>
            <a:ext cx="9715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76550" y="4354710"/>
            <a:ext cx="83820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4659510"/>
            <a:ext cx="57150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95825" y="2716410"/>
            <a:ext cx="3048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91050" y="4354710"/>
            <a:ext cx="123825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5500" y="4354710"/>
            <a:ext cx="1038225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19925" y="4354710"/>
            <a:ext cx="5715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91050" y="4659510"/>
            <a:ext cx="638175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72475" y="2716410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67700" y="4354710"/>
            <a:ext cx="971550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15450" y="4354710"/>
            <a:ext cx="1104900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67700" y="4659510"/>
            <a:ext cx="1504950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48850" y="4659510"/>
            <a:ext cx="1038225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7725" y="485775"/>
            <a:ext cx="11201400" cy="356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TOOLS &amp; TECHNOLOGIES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275" y="485775"/>
            <a:ext cx="47625" cy="35614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116335"/>
            <a:ext cx="5276850" cy="3267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16335"/>
            <a:ext cx="5276850" cy="3267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6825" y="2411610"/>
            <a:ext cx="4610576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06B6D4"/>
                </a:solidFill>
                <a:latin typeface="Plus Jakarta Sans"/>
              </a:rPr>
              <a:t>Core Roadblocks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550" y="2764035"/>
            <a:ext cx="46863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29425" y="2411610"/>
            <a:ext cx="4610576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06B6D4"/>
                </a:solidFill>
                <a:latin typeface="Plus Jakarta Sans"/>
              </a:rPr>
              <a:t>Applied Solutions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4150" y="2764035"/>
            <a:ext cx="46863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440185"/>
            <a:ext cx="200025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2916435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687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Exploit Optimization: Overcame initial difficulties pinpointing valid Metasploit auxiliary vectors.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3459360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Obfuscated Data: Encountered hidden directories and encoded Base64 keys within the range.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4002285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Deliverable Backlogs: Managed tight schedules across multiple weekly technical submissions.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4545210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AI Adaptability: Acclimated rapidly to emergent security orchestration features inside BINA.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440185"/>
            <a:ext cx="200025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43700" y="2916435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Rigorous Research: Conducted vendor document analysis and validated security advisories.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3459360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Cooperative Mentorship: Leveraged cohort and lead reviews during operational check-ins.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4002285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Incremental Lab Practicing: Re-ran lab structures in physical test rigs to reinforce techniques.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3700" y="4545210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just"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r>
              <a:rPr dirty="0"/>
              <a:t>Process Automation: Structured standardized report templates to accelerate weekly delivery.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291643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" y="345936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400228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454521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291643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45936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200" y="400228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454521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485775"/>
            <a:ext cx="11201400" cy="356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CHALLENGES &amp; SOLUTIONS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275" y="485775"/>
            <a:ext cx="47625" cy="35614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116335"/>
            <a:ext cx="5276850" cy="3267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16335"/>
            <a:ext cx="5276850" cy="3267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14450" y="2411610"/>
            <a:ext cx="456057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06B6D4"/>
                </a:solidFill>
                <a:latin typeface="Plus Jakarta Sans"/>
              </a:rPr>
              <a:t>Technical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971550" y="2764035"/>
            <a:ext cx="46863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29425" y="2411610"/>
            <a:ext cx="4610576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1" i="0" u="none">
                <a:solidFill>
                  <a:srgbClr val="06B6D4"/>
                </a:solidFill>
                <a:latin typeface="Plus Jakarta Sans"/>
              </a:rPr>
              <a:t>Professional Skills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4150" y="2764035"/>
            <a:ext cx="46863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440185"/>
            <a:ext cx="2476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2916435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pPr algn="just"/>
            <a:r>
              <a:rPr dirty="0"/>
              <a:t>Defensive Auditing: Adept in identifying misconfigurations and mapping exploit paths.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3459360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pPr algn="just"/>
            <a:r>
              <a:rPr dirty="0"/>
              <a:t>Recon &amp; Scanning: Competent in active scanning and live port categorization via Nmap.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4002285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pPr algn="just"/>
            <a:r>
              <a:rPr dirty="0"/>
              <a:t>Threat Enumeration: Proficient in searching vulnerability repositories (CVE) for active bugs.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4545210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pPr algn="just"/>
            <a:r>
              <a:rPr dirty="0"/>
              <a:t>CLI Management: Fluent in Linux commands, file permissions, and path navigation.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440185"/>
            <a:ext cx="200025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43700" y="2916435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pPr algn="just"/>
            <a:r>
              <a:rPr dirty="0"/>
              <a:t>Structured Technical Writing: Able to explain highly complex findings to non-technical users.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3459360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pPr algn="just"/>
            <a:r>
              <a:rPr dirty="0"/>
              <a:t>Ecosystem Portfolio Control: Experienced with Git workflows to present verification logs.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4002285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pPr algn="just"/>
            <a:r>
              <a:rPr dirty="0"/>
              <a:t>Collaborative Coordination: Active in diverse task groups utilizing corporate sync procedures.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3700" y="4545210"/>
            <a:ext cx="4476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687"/>
              </a:lnSpc>
              <a:defRPr sz="1200" b="1" i="0" u="none">
                <a:solidFill>
                  <a:srgbClr val="CBD5E1"/>
                </a:solidFill>
                <a:latin typeface="Plus Jakarta Sans"/>
              </a:defRPr>
            </a:lvl1pPr>
          </a:lstStyle>
          <a:p>
            <a:pPr algn="just"/>
            <a:r>
              <a:rPr dirty="0"/>
              <a:t>Critical Troubleshooting: Systematic problem decomposition when targets fail to compromise.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291643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" y="345936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400228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454521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291643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45936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200" y="4002285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4545210"/>
            <a:ext cx="47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485775"/>
            <a:ext cx="11201400" cy="356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CORE COMPETENCIES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275" y="485775"/>
            <a:ext cx="47625" cy="35614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333625"/>
            <a:ext cx="5276850" cy="28326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3792587"/>
            <a:ext cx="2295525" cy="36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925" y="3792587"/>
            <a:ext cx="2295525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4249787"/>
            <a:ext cx="2295525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4925" y="4249787"/>
            <a:ext cx="2295525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275" y="2333625"/>
            <a:ext cx="5276850" cy="210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1" i="0" u="none" dirty="0">
                <a:solidFill>
                  <a:srgbClr val="FFFFFF"/>
                </a:solidFill>
                <a:latin typeface="Plus Jakarta Sans SemiBold"/>
              </a:rPr>
              <a:t>KEY DELIVERABLES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628900"/>
            <a:ext cx="4920615" cy="2381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6B6D4"/>
                </a:solidFill>
                <a:latin typeface="Plus Jakarta Sans"/>
              </a:rPr>
              <a:t>Target Placement Tracks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009900"/>
            <a:ext cx="4686300" cy="64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sz="1200" b="0" i="0" u="none" dirty="0">
                <a:solidFill>
                  <a:srgbClr val="94A3B8"/>
                </a:solidFill>
                <a:latin typeface="Plus Jakarta Sans"/>
              </a:rPr>
              <a:t>This internship successfully contextualized system security mechanics, building a solid path for immediate market integration across security pipelines.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2667000"/>
            <a:ext cx="23812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50" y="2737395"/>
            <a:ext cx="223361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200" i="0" u="none" dirty="0">
                <a:solidFill>
                  <a:srgbClr val="FFFFFF"/>
                </a:solidFill>
                <a:latin typeface="Plus Jakarta Sans SemiBold"/>
              </a:rPr>
              <a:t>Completed Labs:</a:t>
            </a:r>
            <a:r>
              <a:rPr sz="1200" i="0" u="none" dirty="0">
                <a:solidFill>
                  <a:srgbClr val="CBD5E1"/>
                </a:solidFill>
                <a:latin typeface="Plus Jakarta Sans"/>
              </a:rPr>
              <a:t> Executed active compromise routines in dynamic ranges.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9512" y="2737395"/>
            <a:ext cx="2233612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575"/>
              </a:lnSpc>
              <a:defRPr sz="1200" i="0" u="none">
                <a:solidFill>
                  <a:srgbClr val="FFFFFF"/>
                </a:solidFill>
                <a:latin typeface="Plus Jakarta Sans SemiBold"/>
              </a:defRPr>
            </a:lvl1pPr>
          </a:lstStyle>
          <a:p>
            <a:r>
              <a:rPr dirty="0"/>
              <a:t>Interactive Portfolio: Created a highly organized personal GitHub showcase.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3594645"/>
            <a:ext cx="2233612" cy="399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575"/>
              </a:lnSpc>
              <a:defRPr sz="1200" i="0" u="none">
                <a:solidFill>
                  <a:srgbClr val="FFFFFF"/>
                </a:solidFill>
                <a:latin typeface="Plus Jakarta Sans SemiBold"/>
              </a:defRPr>
            </a:lvl1pPr>
          </a:lstStyle>
          <a:p>
            <a:r>
              <a:rPr dirty="0"/>
              <a:t>BINA Integration: Verified telemetry outputs with artificial intelligence.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9512" y="3594645"/>
            <a:ext cx="2233612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575"/>
              </a:lnSpc>
              <a:defRPr sz="1200" i="0" u="none">
                <a:solidFill>
                  <a:srgbClr val="FFFFFF"/>
                </a:solidFill>
                <a:latin typeface="Plus Jakarta Sans SemiBold"/>
              </a:defRPr>
            </a:lvl1pPr>
          </a:lstStyle>
          <a:p>
            <a:r>
              <a:rPr dirty="0"/>
              <a:t>Optimized Resume: Tailored personal accomplishments for recruitment gates.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4451895"/>
            <a:ext cx="2233612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575"/>
              </a:lnSpc>
              <a:defRPr sz="1200" i="0" u="none">
                <a:solidFill>
                  <a:srgbClr val="FFFFFF"/>
                </a:solidFill>
                <a:latin typeface="Plus Jakarta Sans SemiBold"/>
              </a:defRPr>
            </a:lvl1pPr>
          </a:lstStyle>
          <a:p>
            <a:r>
              <a:rPr dirty="0"/>
              <a:t>Documentation Mastery: Authored standard reports detailing operational exploits.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9512" y="4451895"/>
            <a:ext cx="2233612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575"/>
              </a:lnSpc>
              <a:defRPr sz="1200" i="0" u="none">
                <a:solidFill>
                  <a:srgbClr val="FFFFFF"/>
                </a:solidFill>
                <a:latin typeface="Plus Jakarta Sans SemiBold"/>
              </a:defRPr>
            </a:lvl1pPr>
          </a:lstStyle>
          <a:p>
            <a:r>
              <a:rPr dirty="0"/>
              <a:t>Linux Proficiency: Mastered navigation and permission tasks.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2737395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5187" y="2737395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3594645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5187" y="3594645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4451895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5187" y="4451895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06B6D4"/>
                </a:solidFill>
                <a:latin typeface="Plus Jakarta Sans"/>
              </a:rPr>
              <a:t>▪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751683"/>
            <a:ext cx="1714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762" y="2751683"/>
            <a:ext cx="17145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608933"/>
            <a:ext cx="171450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762" y="3608933"/>
            <a:ext cx="171450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4466183"/>
            <a:ext cx="171450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762" y="4466183"/>
            <a:ext cx="171450" cy="1809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7725" y="485775"/>
            <a:ext cx="11201400" cy="37766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2804"/>
              </a:lnSpc>
            </a:pPr>
            <a:r>
              <a:rPr sz="3200" b="1" i="0" u="none" dirty="0">
                <a:solidFill>
                  <a:srgbClr val="FFFFFF"/>
                </a:solidFill>
                <a:latin typeface="Plus Jakarta Sans"/>
              </a:rPr>
              <a:t>RESULTS &amp; CAREER IMPACT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275" y="485775"/>
            <a:ext cx="47625" cy="35614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634</Words>
  <Application>Microsoft Office PowerPoint</Application>
  <PresentationFormat>Widescreen</PresentationFormat>
  <Paragraphs>105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BENITO KOUKPOHOUNSI</cp:lastModifiedBy>
  <cp:revision>2</cp:revision>
  <dcterms:created xsi:type="dcterms:W3CDTF">2013-01-27T09:14:16Z</dcterms:created>
  <dcterms:modified xsi:type="dcterms:W3CDTF">2026-07-20T06:05:27Z</dcterms:modified>
  <cp:category/>
</cp:coreProperties>
</file>